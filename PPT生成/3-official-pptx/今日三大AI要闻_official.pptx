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02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5" dirty="0"/>
          </a:p>
        </p:txBody>
      </p:sp>
      <p:sp>
        <p:nvSpPr>
          <p:cNvPr id="4" name="Shape 2"/>
          <p:cNvSpPr/>
          <p:nvPr/>
        </p:nvSpPr>
        <p:spPr>
          <a:xfrm>
            <a:off x="8549640" y="502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4964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5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MELONAI · 职场AI日报 · 2026-08-02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今日三大AI要闻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打工人视角解读 —— 5分钟看懂今天该知道的 AI 大事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09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3630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国产免费反超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9593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正式版，干活能力接近顶级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30632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3209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3630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干长活立功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39593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花 $2000 连破 10 道数学世纪难题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0632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209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44768" y="3630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开源登顶·资本大战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39593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 全球最大开源模型，估值 350 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来源：官方博客 / 官方 GitHub / 官方产品站 ｜ 融资信息均标注「据媒体报道」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今日目录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今天要聊的三件大事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01368"/>
            <a:ext cx="585216" cy="585216"/>
          </a:xfrm>
          <a:prstGeom prst="roundRect">
            <a:avLst>
              <a:gd name="adj" fmla="val 468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013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7" dirty="0"/>
          </a:p>
        </p:txBody>
      </p:sp>
      <p:sp>
        <p:nvSpPr>
          <p:cNvPr id="8" name="Text 6"/>
          <p:cNvSpPr/>
          <p:nvPr/>
        </p:nvSpPr>
        <p:spPr>
          <a:xfrm>
            <a:off x="141732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正式版发布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国产免费模型反超：顶级干活能力，几乎免费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31343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总参 284B / 激活 13B · 1M 上下文 · 单Token算力前代27%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944368"/>
            <a:ext cx="585216" cy="585216"/>
          </a:xfrm>
          <a:prstGeom prst="roundRect">
            <a:avLst>
              <a:gd name="adj" fmla="val 468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443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7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Astra 数学突破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1821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花 $2000 连破 10 道数学世纪难题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45643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页手稿 · Lean 4 形式化验证 · next major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087368"/>
            <a:ext cx="585216" cy="585216"/>
          </a:xfrm>
          <a:prstGeom prst="roundRect">
            <a:avLst>
              <a:gd name="adj" fmla="val 468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873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7" dirty="0"/>
          </a:p>
        </p:txBody>
      </p:sp>
      <p:sp>
        <p:nvSpPr>
          <p:cNvPr id="20" name="Text 18"/>
          <p:cNvSpPr/>
          <p:nvPr/>
        </p:nvSpPr>
        <p:spPr>
          <a:xfrm>
            <a:off x="1417320" y="4005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 开源 + 融资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全球最大开源模型免费给你用，背后公司要上市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59943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2.8T 总参 · F轮35亿美元 · 估值350亿 · 港股传闻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DEEPSEEK-V4-FLASH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国产免费模型，追到顶级 AI 脸上了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2026-07-31 正式版 API 上线公测，现有集成不改代码自动升级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轻量化 MoE：总参数 284B / 激活 13B，1M 超长上下文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9 项 Agent 基准多项超过三个月前的 V4-Pro 预览版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原生兼容 OpenAI Responses API，针对性适配 Codex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支持思考 / 非思考模式切换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百万 Token 场景单 Token 算力仅为前代 27%，价格极低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87568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33288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总参数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68896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14616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激活参数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87568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3288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68896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14616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单Token算力成本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87568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$0.0028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3288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缓存命中输入价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68896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免费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4616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APP/WEB 可用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打工人视角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跟你有什么关系？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一句话翻译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顶级干活能力 + 极低成本 → 普通打工人也能用上顶尖模型。选工具不用迷信国外付费产品；拆掉「必须花钱买课 / 买会员才能用好 AI」的焦虑。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75888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今天就能带走 · 行动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chat.deepseek.com 或 DeepSeek 开放平台，用 V4-Flash 干一件真实工作上的活（写周报 / 整理数据 / 写代码），和现在用的工具对比一次。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OPENAI ASTRA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花 $2000，连破 10 道数学世纪难题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官方博客首次公开下一代模型 Astra（next major model）内部版本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10 个长期未决的数学 / 理论计算机科学难题上做出新结果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领域：高维几何、编码理论、群论、量子复杂性、格密码学等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每个论证用 Lean 4 形式化验证，证书公开在 GitHub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 249 页手稿合集 + 每个问题的 AI 推理过程旁白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官方称全部 token 成本约 2000 美元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87568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33288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解出的世纪难题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68896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14616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公开手稿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87568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3288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68896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14616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形式化验证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87568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3288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覆盖数学领域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68896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首个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4616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内部版公开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打工人视角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从「答一句」升级到「干一件长活」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一句话翻译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数学难题本身离打工人远，但内核是：AI 从「答一句」升级到「独立干一件长活」。以后你可以把整件工作交给 AI，而不是一句一句喂。接续上一期「AI 自己干活没人盯会闯祸」——这次是「AI 干长活立了功」。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75888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今天就能带走 · 行动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把一个能拆成「交代清楚就能跑」的小任务（如让它自己调研 + 整理成报告），整件委托给 AI Agent 试一次，观察它能自主跑多久、做到什么程度。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KIMI K3 开源 + 融资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全球最大开源 AI 模型，免费给你用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月之暗面发布 Kimi K3：全球首个开源的三万亿级别大模型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7/27 全链条开源：权重 + 47 页技术报告 + 三套基础设施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 Arena 以 1678 Elo 登顶，首个登顶的开源模型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7/29 完成超 35 亿美元 F 轮，投后估值 350 亿美元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轮认购超 3 倍提前关闭，市场传闻最快 6 个月港股上市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 上下文，原生视觉 MoonViT-V2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87568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33288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总参数(首个3万亿级)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68896" y="21488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2203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14616" y="2606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激活参数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87568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3288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68896" y="297180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14616" y="3429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F轮融资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87568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3288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投后估值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68896" y="37947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41A3C"/>
          </a:solidFill>
          <a:ln w="12700">
            <a:solidFill>
              <a:srgbClr val="141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3849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4616" y="4251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 Arena Elo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打工人视角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看懂资本，才不会被「焦虑营销」收割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一句话翻译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顶级能力免费开源 → AI 只会越来越便宜，49 块的 AI 课真没必要买；② 你天天用的 Kimi，背后是几百亿美元资本大战——免费背后有人替你付费，看懂资本才不会被「焦虑营销」收割。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75888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今天就能带走 · 行动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Kimi（kimi.com）用 K3 试一个你正犹豫要不要付费的功能，对比一下免费开源到底能不能打。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三句话带走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今天下班就能做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57200" cy="109728"/>
          </a:xfrm>
          <a:prstGeom prst="roundRect">
            <a:avLst>
              <a:gd name="adj" fmla="val 4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46504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" dirty="0"/>
          </a:p>
        </p:txBody>
      </p:sp>
      <p:sp>
        <p:nvSpPr>
          <p:cNvPr id="8" name="Text 6"/>
          <p:cNvSpPr/>
          <p:nvPr/>
        </p:nvSpPr>
        <p:spPr>
          <a:xfrm>
            <a:off x="1280160" y="17099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工具认知更新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09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国产免费模型已具备顶级干活能力，选 AI 工具不用迷信国外付费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15184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" dirty="0"/>
          </a:p>
        </p:txBody>
      </p:sp>
      <p:sp>
        <p:nvSpPr>
          <p:cNvPr id="13" name="Text 11"/>
          <p:cNvSpPr/>
          <p:nvPr/>
        </p:nvSpPr>
        <p:spPr>
          <a:xfrm>
            <a:off x="1280160" y="2578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使用方式升级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5786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能独立干一整件长活了：从「一句一句喂」变成「整件委托」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483864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" dirty="0"/>
          </a:p>
        </p:txBody>
      </p:sp>
      <p:sp>
        <p:nvSpPr>
          <p:cNvPr id="18" name="Text 16"/>
          <p:cNvSpPr/>
          <p:nvPr/>
        </p:nvSpPr>
        <p:spPr>
          <a:xfrm>
            <a:off x="1280160" y="34472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消费决策清醒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4472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只会越来越便宜，别为焦虑买单，看懂免费背后的资本逻辑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三件小事，今天下班就能做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 </a:t>
            </a:r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DeepSeek V4-Flash 干一件真实工作上的活，和现用工具对比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371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 </a:t>
            </a:r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把一个「交代清楚就能跑」的小任务整件委托给 AI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1480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 </a:t>
            </a:r>
            <a:pPr indent="0" marL="0">
              <a:buNone/>
            </a:pPr>
            <a:r>
              <a:rPr lang="en-US" sz="1100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Kimi 用 K3 试一个犹豫要不要付费的功能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914400"/>
            <a:ext cx="1005840" cy="1005840"/>
          </a:xfrm>
          <a:prstGeom prst="roundRect">
            <a:avLst>
              <a:gd name="adj" fmla="val 2727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9080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职场AI</a:t>
            </a:r>
            <a:endParaRPr lang="en-US" sz="46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每天 5 分钟，读懂 AI 大事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下期见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数据来源：官方博客 / 官方 GitHub / 官方产品站 ｜ 融资类信息均标注「据媒体报道」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今日三大AI要闻：打工人视角</dc:title>
  <dc:subject>PptxGenJS Presentation</dc:subject>
  <dc:creator>MelonAI</dc:creator>
  <cp:lastModifiedBy>MelonAI</cp:lastModifiedBy>
  <cp:revision>1</cp:revision>
  <dcterms:created xsi:type="dcterms:W3CDTF">2026-08-02T11:45:49Z</dcterms:created>
  <dcterms:modified xsi:type="dcterms:W3CDTF">2026-08-02T11:45:49Z</dcterms:modified>
</cp:coreProperties>
</file>