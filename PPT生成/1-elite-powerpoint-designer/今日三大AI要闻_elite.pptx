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MELONAI · 职场AI日报 · 2026-08-02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今日三大AI要闻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109728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打工人视角解读 —— 5分钟看懂今天该知道的 AI 大事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34340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54456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120640"/>
            <a:ext cx="30632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国产免费反超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513832"/>
            <a:ext cx="3063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DeepSeek-V4-Flash 正式版，干活能力接近顶级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434340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659" y="454456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659" y="5120640"/>
            <a:ext cx="30632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干长活立功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659" y="5513832"/>
            <a:ext cx="3063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Astra 花 $2000 连破 10 道数学世纪难题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6895" y="434340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5000"/>
              </a:lnSpc>
            </a:pPr>
            <a:r>
              <a:rPr sz="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927" y="454456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2927" y="5120640"/>
            <a:ext cx="30632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开源登顶·资本大战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2927" y="5513832"/>
            <a:ext cx="3063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Kimi K3 全球最大开源模型，背后估值350亿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9AC0"/>
                </a:solidFill>
                <a:latin typeface="微软雅黑"/>
                <a:ea typeface="微软雅黑"/>
                <a:cs typeface="微软雅黑"/>
              </a:rPr>
              <a:t>来源：官方博客 / 官方 GitHub / 官方产品站 ｜ 融资信息均标注「据媒体报道」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AGENDA · 今日目录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今天要聊的三件大事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1000232" cy="1371600"/>
          </a:xfrm>
          <a:prstGeom prst="roundRect">
            <a:avLst>
              <a:gd name="adj" fmla="val 12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5999"/>
            <a:ext cx="1371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57399"/>
            <a:ext cx="9052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DeepSeek-V4-Flash 正式版发布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32887"/>
            <a:ext cx="9052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国产免费模型反超：顶级干活能力，几乎免费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80359"/>
            <a:ext cx="9052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总参 284B / 激活 13B · 1M 上下文 · 单Token算力前代27%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47287"/>
            <a:ext cx="11000232" cy="1371600"/>
          </a:xfrm>
          <a:prstGeom prst="roundRect">
            <a:avLst>
              <a:gd name="adj" fmla="val 12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447287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7"/>
            <a:ext cx="1371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30167"/>
            <a:ext cx="9052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OpenAI Astra 数学突破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05655"/>
            <a:ext cx="9052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AI 花 $2000 连破 10 道数学世纪难题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453127"/>
            <a:ext cx="9052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249 页手稿 · Lean 4 形式化验证 · next major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20055"/>
            <a:ext cx="11000232" cy="1371600"/>
          </a:xfrm>
          <a:prstGeom prst="roundRect">
            <a:avLst>
              <a:gd name="adj" fmla="val 12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5020055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31535"/>
            <a:ext cx="1371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202935"/>
            <a:ext cx="90525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Kimi K3 开源 + 融资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678423"/>
            <a:ext cx="9052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全球最大开源模型免费给你用，背后公司要上市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6025895"/>
            <a:ext cx="9052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2.8T 总参 · F轮35亿美元 · 估值350亿 · 港股传闻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01 · DEEPSEEK-V4-FLASH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国产免费模型，追到顶级 AI 脸上了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2026-07-31 正式版 API 上线公测，现有集成不改代码自动升级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轻量化 MoE：总参数 284B / 激活 13B，1M 超长上下文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0088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62656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官方 9 项 Agent 基准多项超过三个月前的 V4-Pro 预览版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29584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原生兼容 OpenAI Responses API，针对性适配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96512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支持思考 / 非思考模式切换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9087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66344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百万 Token 场景单 Token 算力仅为前代 27%，价格极低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83080"/>
            <a:ext cx="4709160" cy="434340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284B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总参数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0888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激活参数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上下文长度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单Token算力成本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4645152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754880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$0.0028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193792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缓存命中输入价(每百万token)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01 · 打工人视角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跟你有什么关系？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1000232" cy="23774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82296" cy="2377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一句话翻译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2412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顶级干活能力 + 极低成本 → 普通打工人也能用上顶尖模型。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选工具不用迷信国外付费产品；拆掉「必须花钱买课 / 买会员才能用好 AI」的焦虑。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80560"/>
            <a:ext cx="11000232" cy="178308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36592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9EC6EE"/>
                </a:solidFill>
                <a:latin typeface="微软雅黑"/>
                <a:ea typeface="微软雅黑"/>
                <a:cs typeface="微软雅黑"/>
              </a:rPr>
              <a:t>今天就能带走 ·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 chat.deepseek.com 或 DeepSeek 开放平台，用 V4-Flash 干一件真实工作上的活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（写周报 / 整理数据 / 写代码），和现在用的工具对比一次。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02 · OPENAI ASTRA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AI 花 $2000，连破 10 道数学世纪难题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OpenAI 官方博客首次公开下一代模型 Astra（next major model）内部版本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在 10 个长期未决的数学 / 理论计算机科学难题上做出新结果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0088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62656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领域：高维几何、编码理论、群论、量子复杂性、格密码学等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29584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每个论证用 Lean 4 形式化验证，证书公开在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96512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发布 249 页手稿合集 + 每个问题的 AI 推理过程旁白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9087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66344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官方称全部 token 成本约 2000 美元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83080"/>
            <a:ext cx="4709160" cy="434340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解出的世纪难题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0888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249页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公开手稿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$2000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Token 成本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Lean4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形式化验证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4645152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754880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193792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人类卡题年限下限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02 · 打工人视角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AI 从「答一句」升级到「干一件长活」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1000232" cy="23774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82296" cy="2377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一句话翻译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2412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数学难题本身离打工人远，但内核是：AI 从「答一句」升级到「独立干一件长活」。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以后你可以把整件工作交给 AI，而不是一句一句喂。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接续上一期「AI 自己干活没人盯会闯祸」——这次是「AI 干长活立了功」。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80560"/>
            <a:ext cx="11000232" cy="178308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36592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9EC6EE"/>
                </a:solidFill>
                <a:latin typeface="微软雅黑"/>
                <a:ea typeface="微软雅黑"/>
                <a:cs typeface="微软雅黑"/>
              </a:rPr>
              <a:t>今天就能带走 ·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把一个能拆成「交代清楚就能跑」的小任务（如让它自己调研 + 整理成报告），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整件委托给 AI Agent 试一次，观察它能自主跑多久、做到什么程度。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03 · KIMI K3 开源 + 融资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全球最大开源 AI 模型，免费给你用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2880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月之暗面发布 Kimi K3：全球首个开源的三万亿级别大模型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7/27 全链条开源：权重 + 47 页技术报告 + 三套基础设施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0088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62656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WebDev Arena 以 1678 Elo 登顶，首个登顶的开源模型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29584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7/29 完成超 35 亿美元 F 轮，投后估值 350 亿美元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96512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 轮认购超 3 倍提前关闭，市场传闻最快 6 个月港股上市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9087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66344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1M token 上下文，原生视觉 MoonViT-V2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83080"/>
            <a:ext cx="4709160" cy="434340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总参数(全球首个3万亿级)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0888" y="2487168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596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035808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激活参数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上下文长度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0888" y="3566160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675888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$35亿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4114800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F轮融资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4645152"/>
            <a:ext cx="2057400" cy="914400"/>
          </a:xfrm>
          <a:prstGeom prst="roundRect">
            <a:avLst>
              <a:gd name="adj" fmla="val 15000"/>
            </a:avLst>
          </a:prstGeom>
          <a:solidFill>
            <a:srgbClr val="0A4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754880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$350亿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193792"/>
            <a:ext cx="2057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投后估值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TOPIC 03 · 打工人视角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看懂资本，才不会被「焦虑营销」收割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1000232" cy="23774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82296" cy="2377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一句话翻译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02412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① 顶级能力免费开源 → AI 只会越来越便宜，49 块的 AI 课真没必要买；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② 你天天用的 Kimi，背后是几百亿美元资本大战——</a:t>
            </a:r>
          </a:p>
          <a:p>
            <a:pPr algn="l">
              <a:lnSpc>
                <a:spcPct val="135000"/>
              </a:lnSpc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　免费背后有人替你付费，看懂资本才不会被「焦虑营销」收割。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80560"/>
            <a:ext cx="11000232" cy="178308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36592"/>
            <a:ext cx="10241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9EC6EE"/>
                </a:solidFill>
                <a:latin typeface="微软雅黑"/>
                <a:ea typeface="微软雅黑"/>
                <a:cs typeface="微软雅黑"/>
              </a:rPr>
              <a:t>今天就能带走 ·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241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 Kimi（kimi.com）用 K3 试一个你正犹豫要不要付费的功能，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对比一下免费开源到底能不能打。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SUMMARY · 三句话带走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今天下班就能做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005840" cy="40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00200" y="1481328"/>
            <a:ext cx="4206240" cy="127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1000232" cy="896112"/>
          </a:xfrm>
          <a:prstGeom prst="roundRect">
            <a:avLst>
              <a:gd name="adj" fmla="val 14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82296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0823"/>
            <a:ext cx="24688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▢ 工具认知更新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20823"/>
            <a:ext cx="78638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国产免费模型已具备顶级干活能力，选 AI 工具不用迷信国外付费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26079"/>
            <a:ext cx="11000232" cy="896112"/>
          </a:xfrm>
          <a:prstGeom prst="roundRect">
            <a:avLst>
              <a:gd name="adj" fmla="val 14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926079"/>
            <a:ext cx="82296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72383"/>
            <a:ext cx="24688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▢ 使用方式升级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72383"/>
            <a:ext cx="78638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AI 能独立干一整件长活了：从「一句一句喂」变成「整件委托」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11000232" cy="896112"/>
          </a:xfrm>
          <a:prstGeom prst="roundRect">
            <a:avLst>
              <a:gd name="adj" fmla="val 14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977639"/>
            <a:ext cx="82296" cy="89611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23943"/>
            <a:ext cx="24688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▢ 消费决策清醒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123943"/>
            <a:ext cx="78638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AI 只会越来越便宜，别为焦虑买单，看懂免费背后的资本逻辑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7492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三件小事，今天下班就能做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59552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532120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用 DeepSeek V4-Flash 干一件真实工作上的活，和现用工具对比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43600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916168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把一个「交代清楚就能跑」的小任务整件委托给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27648"/>
            <a:ext cx="365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78D4"/>
                </a:solidFill>
                <a:latin typeface="微软雅黑"/>
                <a:ea typeface="微软雅黑"/>
                <a:cs typeface="微软雅黑"/>
              </a:rPr>
              <a:t>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6300216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打开 Kimi 用 K3 试一个犹豫要不要付费的功能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职场AI · 每天 5 分钟，读懂 AI 大事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83280"/>
            <a:ext cx="10972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BFD4EA"/>
                </a:solidFill>
                <a:latin typeface="微软雅黑"/>
                <a:ea typeface="微软雅黑"/>
                <a:cs typeface="微软雅黑"/>
              </a:rPr>
              <a:t>下期见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A9AC0"/>
                </a:solidFill>
                <a:latin typeface="微软雅黑"/>
                <a:ea typeface="微软雅黑"/>
                <a:cs typeface="微软雅黑"/>
              </a:rPr>
              <a:t>数据来源：官方博客 / 官方 GitHub / 官方产品站 ｜ 融资类信息均标注「据媒体报道」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