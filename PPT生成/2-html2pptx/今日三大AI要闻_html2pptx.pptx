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06301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MELONAI · 职场AI日报 · 2026-08-02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749201"/>
            <a:ext cx="829066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今日三大AI要闻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7950" y="1517452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打工人视角解读 —— 5分钟看懂今天该知道的 AI 大事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3554462"/>
            <a:ext cx="2590800" cy="1303288"/>
          </a:xfrm>
          <a:prstGeom prst="roundRect">
            <a:avLst>
              <a:gd name="adj" fmla="val 7796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3719512"/>
            <a:ext cx="22539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8450" y="4106763"/>
            <a:ext cx="2253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国产免费反超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8450" y="4367064"/>
            <a:ext cx="225399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DeepSeek-V4-Flash 正式版，干活能力接近顶级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76451" y="3554462"/>
            <a:ext cx="2590949" cy="1303288"/>
          </a:xfrm>
          <a:prstGeom prst="roundRect">
            <a:avLst>
              <a:gd name="adj" fmla="val 7796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66951" y="3719512"/>
            <a:ext cx="22541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66951" y="4106763"/>
            <a:ext cx="22541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干长活立功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66951" y="4367064"/>
            <a:ext cx="2254148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Astra 花 $2000 连破 10 道数学世纪难题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45101" y="3554462"/>
            <a:ext cx="2590949" cy="1303288"/>
          </a:xfrm>
          <a:prstGeom prst="roundRect">
            <a:avLst>
              <a:gd name="adj" fmla="val 7796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35601" y="3719512"/>
            <a:ext cx="22541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35601" y="4106763"/>
            <a:ext cx="22541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开源登顶 · 资本大战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35601" y="4367064"/>
            <a:ext cx="225414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K3 全球最大开源模型，背后估值 350 亿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950" y="50101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7A9A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来源：官方博客 / 官方 GitHub / 官方产品站 ｜ 融资信息均标注「据媒体报道」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 · 今日目录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42925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今天要聊的三件大事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36477"/>
            <a:ext cx="8128099" cy="866775"/>
          </a:xfrm>
          <a:prstGeom prst="roundRect">
            <a:avLst>
              <a:gd name="adj" fmla="val 11722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36477"/>
            <a:ext cx="1066800" cy="866775"/>
          </a:xfrm>
          <a:prstGeom prst="roundRect">
            <a:avLst>
              <a:gd name="adj" fmla="val 1172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7282" y="1626989"/>
            <a:ext cx="10881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52451" y="1450777"/>
            <a:ext cx="684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DeepSeek-V4-Flash 正式版发布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52451" y="1717477"/>
            <a:ext cx="6840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国产免费模型反超：顶级干活能力，几乎免费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52451" y="1936552"/>
            <a:ext cx="68400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总参 284B / 激活 13B · 1M 上下文 · 单Token算力前代27%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355652"/>
            <a:ext cx="8128099" cy="866775"/>
          </a:xfrm>
          <a:prstGeom prst="roundRect">
            <a:avLst>
              <a:gd name="adj" fmla="val 11722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2355652"/>
            <a:ext cx="1066800" cy="866775"/>
          </a:xfrm>
          <a:prstGeom prst="roundRect">
            <a:avLst>
              <a:gd name="adj" fmla="val 1172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282" y="2646164"/>
            <a:ext cx="10881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52451" y="2469952"/>
            <a:ext cx="684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Astra 数学突破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52451" y="2736652"/>
            <a:ext cx="6840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花 $2000 连破 10 道数学世纪难题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52451" y="2955727"/>
            <a:ext cx="68400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249 页手稿 · Lean 4 形式化验证 · next major model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374827"/>
            <a:ext cx="8128099" cy="866775"/>
          </a:xfrm>
          <a:prstGeom prst="roundRect">
            <a:avLst>
              <a:gd name="adj" fmla="val 11722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950" y="3374827"/>
            <a:ext cx="1066800" cy="866775"/>
          </a:xfrm>
          <a:prstGeom prst="roundRect">
            <a:avLst>
              <a:gd name="adj" fmla="val 1172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282" y="3665339"/>
            <a:ext cx="10881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52451" y="3489127"/>
            <a:ext cx="684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K3 开源 + 融资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752451" y="3755827"/>
            <a:ext cx="6840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全球最大开源模型免费给你用，背后公司要上市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52451" y="3974902"/>
            <a:ext cx="68400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2.8T 总参 · F轮35亿美元 · 估值350亿 · 港股传闻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01 · DEEPSEEK-V4-FLASH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04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国产免费模型，追到顶级 AI 脸上了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2351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68152"/>
            <a:ext cx="4013448" cy="18850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2026-07-31 正式版 API 上线公测，现有集成不改代码自动升级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 MoE：总参数 284B / 激活 13B，1M 超长上下文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9 项 Agent 基准多项超过三个月前的 V4-Pro 预览版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原生兼容 OpenAI Responses API，针对性适配 Codex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支持思考 / 非思考模式切换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 Token 场景单 Token 算力仅为前代 27%，价格极低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800749" y="1168152"/>
            <a:ext cx="3835301" cy="2654945"/>
          </a:xfrm>
          <a:prstGeom prst="roundRect">
            <a:avLst>
              <a:gd name="adj" fmla="val 3827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149" y="1320552"/>
            <a:ext cx="3601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3149" y="1634877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54650" y="1723727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284B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54650" y="2025253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总参数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9150" y="1634877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70650" y="1723727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70650" y="2025253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激活参数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53149" y="2355800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54650" y="2444651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54650" y="2746177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上下文长度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69150" y="2355800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0650" y="2444651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0650" y="2746177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单Token算力成本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53149" y="3076724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54650" y="3165574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$0.0028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54650" y="3467100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缓存命中输入价(每百万token)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9150" y="3076724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70650" y="3165574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70650" y="3467100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APP/WEB 端可用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01 · 打工人视角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04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跟你有什么关系？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2351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93602"/>
            <a:ext cx="8128099" cy="1219200"/>
          </a:xfrm>
          <a:prstGeom prst="roundRect">
            <a:avLst>
              <a:gd name="adj" fmla="val 8333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193602"/>
            <a:ext cx="0" cy="1219200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1396752"/>
            <a:ext cx="77465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一句话翻译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1698278"/>
            <a:ext cx="7746593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顶级干活能力 + 极低成本 → 普通打工人也能用上顶尖模型。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选工具不用迷信国外付费产品；拆掉「必须花钱买课 / 买会员才能用好 AI」的焦虑。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590502"/>
            <a:ext cx="8128099" cy="1219200"/>
          </a:xfrm>
          <a:prstGeom prst="roundRect">
            <a:avLst>
              <a:gd name="adj" fmla="val 8333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2793653"/>
            <a:ext cx="78243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EC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今天就能带走 · 行动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50" y="3095179"/>
            <a:ext cx="7824317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chat.deepseek.com 或 DeepSeek 开放平台，用 V4-Flash 干一件真实工作上的活（写周报 / 整理数据 / 写代码），和现在用的工具对比一次。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02 · OPENAI ASTRA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04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花 $2000，连破 10 道数学世纪难题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2351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68152"/>
            <a:ext cx="4013448" cy="18850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官方博客首次公开下一代模型 Astra（next major model）内部版本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10 个长期未决的数学 / 理论计算机科学难题上做出新结果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领域：高维几何、编码理论、群论、量子复杂性、格密码学等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每个论证用 Lean 4 形式化验证，证书公开在 GitHub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249 页手稿合集 + 每个问题的 AI 推理过程旁白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官方称全部 token 成本约 2000 美元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800749" y="1168152"/>
            <a:ext cx="3835301" cy="2654945"/>
          </a:xfrm>
          <a:prstGeom prst="roundRect">
            <a:avLst>
              <a:gd name="adj" fmla="val 3827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149" y="1320552"/>
            <a:ext cx="3601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3149" y="1634877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54650" y="1723727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54650" y="2025253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解出的世纪难题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9150" y="1634877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70650" y="1723727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249页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70650" y="2025253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公开手稿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53149" y="2355800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54650" y="2444651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54650" y="2746177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成本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69150" y="2355800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0650" y="2444651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0650" y="2746177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形式化验证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53149" y="3076724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54650" y="3165574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54650" y="3467100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覆盖数学领域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9150" y="3076724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70650" y="3165574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70650" y="3467100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Astra 内部版本公开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02 · 打工人视角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04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从「答一句」升级到「干一件长活」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2351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93602"/>
            <a:ext cx="8128099" cy="1474887"/>
          </a:xfrm>
          <a:prstGeom prst="roundRect">
            <a:avLst>
              <a:gd name="adj" fmla="val 6889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193602"/>
            <a:ext cx="0" cy="1474887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1396752"/>
            <a:ext cx="77465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一句话翻译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1698278"/>
            <a:ext cx="7746593" cy="76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数学难题本身离打工人远，但内核是：AI 从「答一句」升级到「独立干一件长活」。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以后你可以把整件工作交给 AI，而不是一句一句喂。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接续上一期「AI 自己干活没人盯会闯祸」——这次是「AI 干长活立了功」。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846189"/>
            <a:ext cx="8128099" cy="1219200"/>
          </a:xfrm>
          <a:prstGeom prst="roundRect">
            <a:avLst>
              <a:gd name="adj" fmla="val 8333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3049339"/>
            <a:ext cx="78243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EC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今天就能带走 · 行动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50" y="3350865"/>
            <a:ext cx="7824317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把一个能拆成「交代清楚就能跑」的小任务（如让它自己调研 + 整理成报告），整件委托给 AI Agent 试一次，观察它能自主跑多久、做到什么程度。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03 · KIMI K3 开源 + 融资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04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全球最大开源 AI 模型，免费给你用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2351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68152"/>
            <a:ext cx="4013448" cy="167922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月之暗面发布 Kimi K3：全球首个开源的三万亿级别大模型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7/27 全链条开源：权重 + 47 页技术报告 + 三套基础设施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WebDev Arena 以 1678 Elo 登顶，首个登顶的开源模型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7/29 完成超 35 亿美元 F 轮，投后估值 350 亿美元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轮认购超 3 倍提前关闭，市场传闻最快 6 个月港股上市</a:t>
            </a:r>
            <a:endParaRPr lang="en-US" sz="1080" dirty="0"/>
          </a:p>
          <a:p>
            <a:pPr algn="l" marL="101600" indent="-1016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 token 上下文，原生视觉 MoonViT-V2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800749" y="1168152"/>
            <a:ext cx="3835301" cy="2654945"/>
          </a:xfrm>
          <a:prstGeom prst="roundRect">
            <a:avLst>
              <a:gd name="adj" fmla="val 3827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149" y="1320552"/>
            <a:ext cx="3601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3149" y="1634877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54650" y="1723727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54650" y="2025253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总参数(首个3万亿级)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9150" y="1634877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70650" y="1723727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104B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70650" y="2025253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激活参数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53149" y="2355800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54650" y="2444651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54650" y="2746177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上下文长度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69150" y="2355800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0650" y="2444651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$35亿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0650" y="2746177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F轮融资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53149" y="3076724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54650" y="3165574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$350亿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54650" y="3467100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投后估值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9150" y="3076724"/>
            <a:ext cx="1714500" cy="619423"/>
          </a:xfrm>
          <a:prstGeom prst="roundRect">
            <a:avLst>
              <a:gd name="adj" fmla="val 12302"/>
            </a:avLst>
          </a:prstGeom>
          <a:solidFill>
            <a:srgbClr val="0A41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70650" y="3165574"/>
            <a:ext cx="15417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1678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70650" y="3467100"/>
            <a:ext cx="154172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WebDev Arena Elo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03 · 打工人视角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04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看懂资本，才不会被「焦虑营销」收割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2351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93602"/>
            <a:ext cx="8128099" cy="1474887"/>
          </a:xfrm>
          <a:prstGeom prst="roundRect">
            <a:avLst>
              <a:gd name="adj" fmla="val 6889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193602"/>
            <a:ext cx="0" cy="1474887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1396752"/>
            <a:ext cx="77465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一句话翻译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1698278"/>
            <a:ext cx="7746593" cy="76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顶级能力免费开源 → AI 只会越来越便宜，49 块的 AI 课真没必要买；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你天天用的 Kimi，背后是几百亿美元资本大战——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免费背后有人替你付费，看懂资本才不会被「焦虑营销」收割。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846189"/>
            <a:ext cx="8128099" cy="963513"/>
          </a:xfrm>
          <a:prstGeom prst="roundRect">
            <a:avLst>
              <a:gd name="adj" fmla="val 1054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3049339"/>
            <a:ext cx="78243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EC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今天就能带走 · 行动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50" y="3350865"/>
            <a:ext cx="7824317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Kimi（kimi.com）用 K3 试一个你正犹豫要不要付费的功能，对比一下免费开源到底能不能打。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· 三句话带走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04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今天下班就能做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2351"/>
            <a:ext cx="7111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68152"/>
            <a:ext cx="8128099" cy="453926"/>
          </a:xfrm>
          <a:prstGeom prst="roundRect">
            <a:avLst>
              <a:gd name="adj" fmla="val 22383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168152"/>
            <a:ext cx="0" cy="453926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851" y="1295102"/>
            <a:ext cx="16580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工具认知更新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39752" y="1297335"/>
            <a:ext cx="60369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国产免费模型已具备顶级干活能力，选 AI 工具不用迷信国外付费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736378"/>
            <a:ext cx="8128099" cy="453926"/>
          </a:xfrm>
          <a:prstGeom prst="roundRect">
            <a:avLst>
              <a:gd name="adj" fmla="val 22383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6050" y="1736378"/>
            <a:ext cx="0" cy="453926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851" y="1863328"/>
            <a:ext cx="16580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使用方式升级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39752" y="1865561"/>
            <a:ext cx="60369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能独立干一整件长活了：从「一句一句喂」变成「整件委托」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304604"/>
            <a:ext cx="8128099" cy="453926"/>
          </a:xfrm>
          <a:prstGeom prst="roundRect">
            <a:avLst>
              <a:gd name="adj" fmla="val 22383"/>
            </a:avLst>
          </a:prstGeom>
          <a:solidFill>
            <a:srgbClr val="F3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6050" y="2304604"/>
            <a:ext cx="0" cy="453926"/>
          </a:xfrm>
          <a:prstGeom prst="line">
            <a:avLst/>
          </a:prstGeom>
          <a:noFill/>
          <a:ln w="762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851" y="2431554"/>
            <a:ext cx="16580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消费决策清醒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9752" y="2433786"/>
            <a:ext cx="60369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只会越来越便宜，别为焦虑买单，看懂免费背后的资本逻辑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3050530"/>
            <a:ext cx="8290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三件小事，今天下班就能做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950" y="3371106"/>
            <a:ext cx="8128099" cy="77643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705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DeepSeek V4-Flash 干一件真实工作上的活，和现用工具对比</a:t>
            </a:r>
            <a:endParaRPr lang="en-US" sz="1100" dirty="0"/>
          </a:p>
          <a:p>
            <a:pPr algn="l" marL="101600" indent="-101600">
              <a:lnSpc>
                <a:spcPts val="1705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把一个「交代清楚就能跑」的小任务整件委托给 AI Agent</a:t>
            </a:r>
            <a:endParaRPr lang="en-US" sz="1100" dirty="0"/>
          </a:p>
          <a:p>
            <a:pPr algn="l" marL="101600" indent="-101600">
              <a:lnSpc>
                <a:spcPts val="1705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Kimi 用 K3 试一个犹豫要不要付费的功能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652588"/>
            <a:ext cx="82906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职场AI · 每天 5 分钟，读懂 AI 大事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50" y="2376488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0"/>
              </a:spcAft>
              <a:buNone/>
            </a:pPr>
            <a:r>
              <a:rPr lang="en-US" sz="160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下期见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3414713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数据来源：官方博客 / 官方 GitHub / 官方产品站 ｜ 融资类信息均标注「据媒体报道」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今日三大AI要闻：打工人视角</dc:title>
  <dc:subject>PptxGenJS Presentation</dc:subject>
  <dc:creator>MelonAI</dc:creator>
  <cp:lastModifiedBy>MelonAI</cp:lastModifiedBy>
  <cp:revision>1</cp:revision>
  <dcterms:created xsi:type="dcterms:W3CDTF">2026-08-02T11:44:21Z</dcterms:created>
  <dcterms:modified xsi:type="dcterms:W3CDTF">2026-08-02T11:44:21Z</dcterms:modified>
</cp:coreProperties>
</file>